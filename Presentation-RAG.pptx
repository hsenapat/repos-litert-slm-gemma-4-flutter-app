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D4DCE-F31E-E300-E2E5-FA5A94F1B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C9155-A5E7-95AA-D10E-0C1BEE079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66BD3-283B-698E-1C90-F184417C6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13E2-B3EA-B545-B720-21B4EE8ACD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077B2-389F-DA9A-5021-3F4D4865C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C5368-6000-1563-9E28-CF322C0A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0DF39-3612-2A4E-8F73-13374B9B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21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F669D-A095-3755-D7EF-EEBAC832A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82DF6-2A37-13D5-5137-80CB94AB9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E434F-0146-E837-09FA-4EDD596FE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13E2-B3EA-B545-B720-21B4EE8ACD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203FD-5DFD-75D4-B632-55E53C68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E37C6-16AD-6ECC-05F4-67447051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0DF39-3612-2A4E-8F73-13374B9B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97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8AE39-B1E3-B769-327D-7930D75A7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2EBBB-800B-7FC9-AEF0-D798F2A32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29AF9-3CA7-900E-0DA2-D27033312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13E2-B3EA-B545-B720-21B4EE8ACD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E2418-2A3E-DF95-4E82-1EA46C8A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806D6-C0CC-568B-0B5B-EDB09472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0DF39-3612-2A4E-8F73-13374B9B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32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0557-85A7-1103-3618-A7805F52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77386-1270-39D7-9B21-F598E4CB76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C35CC-E27E-2507-01ED-76289D8DE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43477-F13D-2AD8-9C98-D680345A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13E2-B3EA-B545-B720-21B4EE8ACD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298A5-61C5-6477-CAA0-4BF1BCB22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53768-8334-AAA9-1AA6-BF3528AD1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0DF39-3612-2A4E-8F73-13374B9B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89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3ECCB-32DA-CBFF-51E3-081BEF8B9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74A38-A957-EE82-831A-C92AEEE4F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7863C-45E6-3DD8-950F-A2E63E643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155AB-A8CA-67CE-560C-42E7396BC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C50E1-B6C8-9BAB-2CBD-C0AC553E3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B09A88-FCA8-5DF8-D2E0-BD8BC1F40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13E2-B3EA-B545-B720-21B4EE8ACD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70828B-6BDC-F70D-33AC-129C09A0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83C7B5-1729-8643-798C-C8CC428B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0DF39-3612-2A4E-8F73-13374B9B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0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6FB32-3C1E-3A50-8A65-8B1F09F5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DF19A-F786-513E-76AA-E6CAA5E6A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13E2-B3EA-B545-B720-21B4EE8ACD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D01A23-63CF-8047-61F2-6B43C1953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54BDDF-10A1-A697-CB63-67319A377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0DF39-3612-2A4E-8F73-13374B9B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0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B4DDF9-493A-FCCC-F960-C15DC10AA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13E2-B3EA-B545-B720-21B4EE8ACD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6E6F7C-94F9-8B99-902B-2B33FE06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F207C-8CDE-BC75-6B8D-A9BDD23E7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0DF39-3612-2A4E-8F73-13374B9B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47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539E1-8620-B854-721A-E0FAD31A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6774A-3F59-A78A-7A73-3C47BC49C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8DE28-6859-1E0E-A144-A37326E9C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7F5B-77CD-F93D-F54D-FE9EA9327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13E2-B3EA-B545-B720-21B4EE8ACD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FCC1F-A52A-C2B3-1E16-CBB379758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1451E-787D-E8FF-CFCF-A454F98B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0DF39-3612-2A4E-8F73-13374B9B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07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4F577-AC30-4537-83C6-A309115ED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697B25-E258-F151-F0EC-0CBDEAFCA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A6DA3-3580-7D5A-4732-245D6D24F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A1CC2-D757-ED60-528D-BDE0AC969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13E2-B3EA-B545-B720-21B4EE8ACD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C3FC8-5259-A790-1BF8-6F5149FD6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D58A2-C582-AF9E-E4AD-085BA685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0DF39-3612-2A4E-8F73-13374B9B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09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0ABE-FB2B-58DE-E46A-7F445060F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F7BCA-A4AD-434E-A0C4-48476AC87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1943C-BD12-9C14-6FF1-2786B0F43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13E2-B3EA-B545-B720-21B4EE8ACD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6C303-B39F-3328-6D24-F68A2F7D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48C0C-5B02-A0D6-EB7D-9D235DC0F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0DF39-3612-2A4E-8F73-13374B9B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39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894A7-E0FC-2808-2D05-F7DCC1601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EA20BE-AE9E-4DC2-2D5D-ED0F5B49D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8160E-5234-BF78-539B-EA4F70E45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13E2-B3EA-B545-B720-21B4EE8ACD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460B6-7D94-9F38-806C-31B2E926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8BBB5-81D8-4F71-3EEC-CD1AD0AA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0DF39-3612-2A4E-8F73-13374B9B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19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9826E6-F48F-0186-0064-9EFC7EE19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628F0-6E83-1883-206A-3D0205BE1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51DF0-00D7-8DD8-CB10-FDCDD5353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A13E2-B3EA-B545-B720-21B4EE8ACD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DBC71-D610-E8F4-377B-CE07D4BCB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E3952-3A1A-6CF3-515A-7436FE411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0DF39-3612-2A4E-8F73-13374B9B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8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7FAFFDE-3D67-2A23-2408-541AC4E4B7FB}"/>
              </a:ext>
            </a:extLst>
          </p:cNvPr>
          <p:cNvSpPr/>
          <p:nvPr/>
        </p:nvSpPr>
        <p:spPr>
          <a:xfrm>
            <a:off x="1181100" y="-109794"/>
            <a:ext cx="9829800" cy="659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7030A0"/>
                </a:solidFill>
                <a:latin typeface="Cambria" pitchFamily="34" charset="0"/>
              </a:rPr>
              <a:t>Offline SLM+ Vector RAG Implementation for Marine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DEA2D35-5E95-84C1-10CC-7B5D53271C9A}"/>
              </a:ext>
            </a:extLst>
          </p:cNvPr>
          <p:cNvGrpSpPr/>
          <p:nvPr/>
        </p:nvGrpSpPr>
        <p:grpSpPr>
          <a:xfrm>
            <a:off x="149185" y="671912"/>
            <a:ext cx="3195505" cy="840259"/>
            <a:chOff x="149185" y="827905"/>
            <a:chExt cx="3195505" cy="840259"/>
          </a:xfrm>
        </p:grpSpPr>
        <p:pic>
          <p:nvPicPr>
            <p:cNvPr id="6" name="Picture 5" descr="A red and black file with black text&#10;&#10;AI-generated content may be incorrect.">
              <a:extLst>
                <a:ext uri="{FF2B5EF4-FFF2-40B4-BE49-F238E27FC236}">
                  <a16:creationId xmlns:a16="http://schemas.microsoft.com/office/drawing/2014/main" id="{62EDFE2E-8C52-6A09-97DF-7AD50CA27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4329" y="966147"/>
              <a:ext cx="578708" cy="578708"/>
            </a:xfrm>
            <a:prstGeom prst="rect">
              <a:avLst/>
            </a:prstGeom>
          </p:spPr>
        </p:pic>
        <p:pic>
          <p:nvPicPr>
            <p:cNvPr id="7" name="Picture 6" descr="A red and black file with black text&#10;&#10;AI-generated content may be incorrect.">
              <a:extLst>
                <a:ext uri="{FF2B5EF4-FFF2-40B4-BE49-F238E27FC236}">
                  <a16:creationId xmlns:a16="http://schemas.microsoft.com/office/drawing/2014/main" id="{78D66F62-F1C3-98C9-E1C4-CD1EC7F70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4520" y="974018"/>
              <a:ext cx="578708" cy="578708"/>
            </a:xfrm>
            <a:prstGeom prst="rect">
              <a:avLst/>
            </a:prstGeom>
          </p:spPr>
        </p:pic>
        <p:pic>
          <p:nvPicPr>
            <p:cNvPr id="8" name="Picture 7" descr="A red and black file with black text&#10;&#10;AI-generated content may be incorrect.">
              <a:extLst>
                <a:ext uri="{FF2B5EF4-FFF2-40B4-BE49-F238E27FC236}">
                  <a16:creationId xmlns:a16="http://schemas.microsoft.com/office/drawing/2014/main" id="{EF3AB489-E417-3C86-DFF7-FCDA9A341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48198" y="974018"/>
              <a:ext cx="578708" cy="578708"/>
            </a:xfrm>
            <a:prstGeom prst="rect">
              <a:avLst/>
            </a:prstGeom>
          </p:spPr>
        </p:pic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CF88229B-0268-3C0F-7217-FA817ACCD877}"/>
                </a:ext>
              </a:extLst>
            </p:cNvPr>
            <p:cNvSpPr/>
            <p:nvPr/>
          </p:nvSpPr>
          <p:spPr>
            <a:xfrm rot="5400000">
              <a:off x="1326808" y="-349718"/>
              <a:ext cx="840259" cy="319550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8725629-FC38-5C9E-2A63-2A48DFEFBE60}"/>
              </a:ext>
            </a:extLst>
          </p:cNvPr>
          <p:cNvSpPr/>
          <p:nvPr/>
        </p:nvSpPr>
        <p:spPr>
          <a:xfrm rot="5400000">
            <a:off x="1522718" y="1262000"/>
            <a:ext cx="448436" cy="198570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E978711-C748-BA27-CF8F-A8708E929046}"/>
              </a:ext>
            </a:extLst>
          </p:cNvPr>
          <p:cNvSpPr/>
          <p:nvPr/>
        </p:nvSpPr>
        <p:spPr>
          <a:xfrm rot="5400000">
            <a:off x="1522717" y="2090440"/>
            <a:ext cx="448436" cy="198570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9F9D9ED-63EA-CD60-394C-E4BB1950710E}"/>
              </a:ext>
            </a:extLst>
          </p:cNvPr>
          <p:cNvSpPr/>
          <p:nvPr/>
        </p:nvSpPr>
        <p:spPr>
          <a:xfrm rot="5400000">
            <a:off x="1522717" y="2982465"/>
            <a:ext cx="448436" cy="198570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8BF494-61D1-BDB7-4643-50EC48703DDC}"/>
              </a:ext>
            </a:extLst>
          </p:cNvPr>
          <p:cNvCxnSpPr>
            <a:cxnSpLocks/>
          </p:cNvCxnSpPr>
          <p:nvPr/>
        </p:nvCxnSpPr>
        <p:spPr>
          <a:xfrm>
            <a:off x="593388" y="1505727"/>
            <a:ext cx="920190" cy="461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DB5850-D806-98D6-1444-53DF6216E665}"/>
              </a:ext>
            </a:extLst>
          </p:cNvPr>
          <p:cNvCxnSpPr>
            <a:cxnSpLocks/>
          </p:cNvCxnSpPr>
          <p:nvPr/>
        </p:nvCxnSpPr>
        <p:spPr>
          <a:xfrm flipH="1">
            <a:off x="1943228" y="1499812"/>
            <a:ext cx="703498" cy="489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E7DAB08-68C0-2F41-BAA7-62BDD20C557B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746937" y="1512171"/>
            <a:ext cx="0" cy="518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BAD3258-E4E0-B7AC-1B35-E990B78A8712}"/>
              </a:ext>
            </a:extLst>
          </p:cNvPr>
          <p:cNvSpPr txBox="1"/>
          <p:nvPr/>
        </p:nvSpPr>
        <p:spPr>
          <a:xfrm>
            <a:off x="754082" y="2082488"/>
            <a:ext cx="1985698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Doc. Pre-processing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2A5CBA-AFF2-ECDA-2E7C-DBF8439ED26A}"/>
              </a:ext>
            </a:extLst>
          </p:cNvPr>
          <p:cNvSpPr txBox="1"/>
          <p:nvPr/>
        </p:nvSpPr>
        <p:spPr>
          <a:xfrm>
            <a:off x="754082" y="2917103"/>
            <a:ext cx="1892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Chunking Artifacts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31DB88-9C5B-99D1-633D-0A8638F89193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746931" y="2479071"/>
            <a:ext cx="4" cy="380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9F260B7-FFEE-DCBE-484B-3874A7E23B1E}"/>
              </a:ext>
            </a:extLst>
          </p:cNvPr>
          <p:cNvCxnSpPr>
            <a:cxnSpLocks/>
          </p:cNvCxnSpPr>
          <p:nvPr/>
        </p:nvCxnSpPr>
        <p:spPr>
          <a:xfrm>
            <a:off x="1746931" y="3334461"/>
            <a:ext cx="4" cy="380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99E3E31-7E42-3D49-9A93-4E6D9CC1678A}"/>
              </a:ext>
            </a:extLst>
          </p:cNvPr>
          <p:cNvSpPr txBox="1"/>
          <p:nvPr/>
        </p:nvSpPr>
        <p:spPr>
          <a:xfrm>
            <a:off x="800617" y="3806040"/>
            <a:ext cx="1892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Vector Embeddings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EF668C-724B-834C-8BA1-B38BF5E85314}"/>
              </a:ext>
            </a:extLst>
          </p:cNvPr>
          <p:cNvSpPr/>
          <p:nvPr/>
        </p:nvSpPr>
        <p:spPr>
          <a:xfrm rot="5400000">
            <a:off x="1553476" y="3819549"/>
            <a:ext cx="448436" cy="198570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3B4208-11C4-6A73-FF3A-8FF4975D2975}"/>
              </a:ext>
            </a:extLst>
          </p:cNvPr>
          <p:cNvSpPr txBox="1"/>
          <p:nvPr/>
        </p:nvSpPr>
        <p:spPr>
          <a:xfrm>
            <a:off x="831376" y="4643124"/>
            <a:ext cx="1892628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Attached Metadata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9B25E32-174B-E705-42C3-08E42DA1E9CB}"/>
              </a:ext>
            </a:extLst>
          </p:cNvPr>
          <p:cNvSpPr/>
          <p:nvPr/>
        </p:nvSpPr>
        <p:spPr>
          <a:xfrm rot="5400000">
            <a:off x="1600019" y="4651077"/>
            <a:ext cx="448436" cy="198570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C1A319-A9A5-6703-BF24-84C09F5DD1A6}"/>
              </a:ext>
            </a:extLst>
          </p:cNvPr>
          <p:cNvSpPr txBox="1"/>
          <p:nvPr/>
        </p:nvSpPr>
        <p:spPr>
          <a:xfrm>
            <a:off x="877919" y="5474652"/>
            <a:ext cx="1892628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Vector RAG DB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6AE528-3FD8-3107-B9BD-4CB765CFE9B4}"/>
              </a:ext>
            </a:extLst>
          </p:cNvPr>
          <p:cNvCxnSpPr>
            <a:cxnSpLocks/>
          </p:cNvCxnSpPr>
          <p:nvPr/>
        </p:nvCxnSpPr>
        <p:spPr>
          <a:xfrm>
            <a:off x="1746927" y="4203857"/>
            <a:ext cx="4" cy="380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39718BA-E91B-3F89-3DEC-370177413D60}"/>
              </a:ext>
            </a:extLst>
          </p:cNvPr>
          <p:cNvCxnSpPr>
            <a:cxnSpLocks/>
          </p:cNvCxnSpPr>
          <p:nvPr/>
        </p:nvCxnSpPr>
        <p:spPr>
          <a:xfrm>
            <a:off x="1746927" y="5014472"/>
            <a:ext cx="4" cy="380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CC7D659-6432-9A98-4A80-9C51D800C198}"/>
              </a:ext>
            </a:extLst>
          </p:cNvPr>
          <p:cNvSpPr/>
          <p:nvPr/>
        </p:nvSpPr>
        <p:spPr>
          <a:xfrm rot="5400000">
            <a:off x="5514007" y="1929392"/>
            <a:ext cx="5762978" cy="324801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3D7A970-67FB-1630-8695-D3F37B821665}"/>
              </a:ext>
            </a:extLst>
          </p:cNvPr>
          <p:cNvSpPr/>
          <p:nvPr/>
        </p:nvSpPr>
        <p:spPr>
          <a:xfrm rot="5400000">
            <a:off x="8190733" y="389917"/>
            <a:ext cx="448436" cy="269377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5E475A3-AA0D-D647-8148-E23E027D19CE}"/>
              </a:ext>
            </a:extLst>
          </p:cNvPr>
          <p:cNvCxnSpPr/>
          <p:nvPr/>
        </p:nvCxnSpPr>
        <p:spPr>
          <a:xfrm>
            <a:off x="6771503" y="1259532"/>
            <a:ext cx="32374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104D64B-A22C-02DD-32B0-5E3CC5DC3EC9}"/>
              </a:ext>
            </a:extLst>
          </p:cNvPr>
          <p:cNvSpPr txBox="1"/>
          <p:nvPr/>
        </p:nvSpPr>
        <p:spPr>
          <a:xfrm>
            <a:off x="7382140" y="1592235"/>
            <a:ext cx="1892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Chat User Interface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62075CD8-B566-940B-6804-CA94E243A2B6}"/>
              </a:ext>
            </a:extLst>
          </p:cNvPr>
          <p:cNvSpPr/>
          <p:nvPr/>
        </p:nvSpPr>
        <p:spPr>
          <a:xfrm rot="5400000">
            <a:off x="7830010" y="3498423"/>
            <a:ext cx="448436" cy="17841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E06B006-09E5-2981-89AC-21D40EADBB9D}"/>
              </a:ext>
            </a:extLst>
          </p:cNvPr>
          <p:cNvSpPr txBox="1"/>
          <p:nvPr/>
        </p:nvSpPr>
        <p:spPr>
          <a:xfrm>
            <a:off x="7208700" y="4221208"/>
            <a:ext cx="1861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Embedding Model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8D3499-7F5F-5AB2-5098-1AC37E62700D}"/>
              </a:ext>
            </a:extLst>
          </p:cNvPr>
          <p:cNvGrpSpPr/>
          <p:nvPr/>
        </p:nvGrpSpPr>
        <p:grpSpPr>
          <a:xfrm>
            <a:off x="8847437" y="2517793"/>
            <a:ext cx="914399" cy="448436"/>
            <a:chOff x="8575588" y="2770432"/>
            <a:chExt cx="914399" cy="448436"/>
          </a:xfrm>
        </p:grpSpPr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EE5F1222-1E7A-9F2E-9E75-16DE309D8C24}"/>
                </a:ext>
              </a:extLst>
            </p:cNvPr>
            <p:cNvSpPr/>
            <p:nvPr/>
          </p:nvSpPr>
          <p:spPr>
            <a:xfrm rot="5400000">
              <a:off x="8808570" y="2537450"/>
              <a:ext cx="448436" cy="9143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674D80-DEF6-E539-76C2-EC6A6E3F9202}"/>
                </a:ext>
              </a:extLst>
            </p:cNvPr>
            <p:cNvSpPr txBox="1"/>
            <p:nvPr/>
          </p:nvSpPr>
          <p:spPr>
            <a:xfrm>
              <a:off x="8674442" y="2825372"/>
              <a:ext cx="8155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SLM</a:t>
              </a:r>
            </a:p>
          </p:txBody>
        </p:sp>
      </p:grp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DED3FCBE-779A-16B4-F510-8DF3CFA94D0C}"/>
              </a:ext>
            </a:extLst>
          </p:cNvPr>
          <p:cNvSpPr/>
          <p:nvPr/>
        </p:nvSpPr>
        <p:spPr>
          <a:xfrm rot="5400000">
            <a:off x="7816430" y="4244674"/>
            <a:ext cx="448436" cy="18063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EDE31E-21A8-3C34-5AD6-941A8C29FA52}"/>
              </a:ext>
            </a:extLst>
          </p:cNvPr>
          <p:cNvSpPr txBox="1"/>
          <p:nvPr/>
        </p:nvSpPr>
        <p:spPr>
          <a:xfrm>
            <a:off x="7270811" y="4978593"/>
            <a:ext cx="17135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Vector RAG DB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07C2CD8-6191-8934-715D-C5905026FB56}"/>
              </a:ext>
            </a:extLst>
          </p:cNvPr>
          <p:cNvSpPr/>
          <p:nvPr/>
        </p:nvSpPr>
        <p:spPr>
          <a:xfrm rot="5400000">
            <a:off x="7802848" y="2775675"/>
            <a:ext cx="448436" cy="17841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E36D14-454E-ED20-0378-C4EEBA494402}"/>
              </a:ext>
            </a:extLst>
          </p:cNvPr>
          <p:cNvSpPr txBox="1"/>
          <p:nvPr/>
        </p:nvSpPr>
        <p:spPr>
          <a:xfrm>
            <a:off x="7295525" y="3498460"/>
            <a:ext cx="15670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Hybrid Search</a:t>
            </a:r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FAF6751C-308C-B7E6-56F5-CD6B8B848460}"/>
              </a:ext>
            </a:extLst>
          </p:cNvPr>
          <p:cNvCxnSpPr>
            <a:stCxn id="53" idx="2"/>
            <a:endCxn id="58" idx="1"/>
          </p:cNvCxnSpPr>
          <p:nvPr/>
        </p:nvCxnSpPr>
        <p:spPr>
          <a:xfrm rot="10800000" flipV="1">
            <a:off x="8027066" y="2742010"/>
            <a:ext cx="820372" cy="7015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125DA1F-FCAB-3F5D-3B71-3697B437247A}"/>
              </a:ext>
            </a:extLst>
          </p:cNvPr>
          <p:cNvCxnSpPr/>
          <p:nvPr/>
        </p:nvCxnSpPr>
        <p:spPr>
          <a:xfrm>
            <a:off x="9169698" y="1948046"/>
            <a:ext cx="0" cy="556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F22125F-6F27-D564-CC7A-FCD98275A75A}"/>
              </a:ext>
            </a:extLst>
          </p:cNvPr>
          <p:cNvCxnSpPr/>
          <p:nvPr/>
        </p:nvCxnSpPr>
        <p:spPr>
          <a:xfrm>
            <a:off x="9495093" y="1948046"/>
            <a:ext cx="0" cy="556771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4DEBC1B-696C-5030-9089-83189E516DE7}"/>
              </a:ext>
            </a:extLst>
          </p:cNvPr>
          <p:cNvCxnSpPr>
            <a:cxnSpLocks/>
          </p:cNvCxnSpPr>
          <p:nvPr/>
        </p:nvCxnSpPr>
        <p:spPr>
          <a:xfrm>
            <a:off x="8027066" y="3918961"/>
            <a:ext cx="0" cy="247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EB43DCB-DB8D-1AE5-8290-563FA974CFC0}"/>
              </a:ext>
            </a:extLst>
          </p:cNvPr>
          <p:cNvCxnSpPr>
            <a:cxnSpLocks/>
          </p:cNvCxnSpPr>
          <p:nvPr/>
        </p:nvCxnSpPr>
        <p:spPr>
          <a:xfrm>
            <a:off x="8029035" y="4638180"/>
            <a:ext cx="0" cy="247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3779BE9-ED9B-D72C-ED6D-E14447ABC128}"/>
              </a:ext>
            </a:extLst>
          </p:cNvPr>
          <p:cNvCxnSpPr>
            <a:cxnSpLocks/>
          </p:cNvCxnSpPr>
          <p:nvPr/>
        </p:nvCxnSpPr>
        <p:spPr>
          <a:xfrm>
            <a:off x="8045511" y="5372089"/>
            <a:ext cx="0" cy="247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CC86CFEA-B9D1-956A-90C6-9A6C0859C4B6}"/>
              </a:ext>
            </a:extLst>
          </p:cNvPr>
          <p:cNvSpPr/>
          <p:nvPr/>
        </p:nvSpPr>
        <p:spPr>
          <a:xfrm rot="5400000">
            <a:off x="7865858" y="4937164"/>
            <a:ext cx="448436" cy="18063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B00F80-730D-064D-4133-706BFBABDC41}"/>
              </a:ext>
            </a:extLst>
          </p:cNvPr>
          <p:cNvSpPr txBox="1"/>
          <p:nvPr/>
        </p:nvSpPr>
        <p:spPr>
          <a:xfrm>
            <a:off x="7295525" y="5671083"/>
            <a:ext cx="17135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Retrieved Data</a:t>
            </a:r>
          </a:p>
        </p:txBody>
      </p: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7E7C2A63-85C1-DE26-3AB3-0766792AE626}"/>
              </a:ext>
            </a:extLst>
          </p:cNvPr>
          <p:cNvCxnSpPr>
            <a:cxnSpLocks/>
            <a:stCxn id="70" idx="3"/>
          </p:cNvCxnSpPr>
          <p:nvPr/>
        </p:nvCxnSpPr>
        <p:spPr>
          <a:xfrm flipV="1">
            <a:off x="9009060" y="2979204"/>
            <a:ext cx="528795" cy="28611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E3F47AAE-B04C-6C6A-CB54-207B8390E0C2}"/>
              </a:ext>
            </a:extLst>
          </p:cNvPr>
          <p:cNvCxnSpPr>
            <a:cxnSpLocks/>
            <a:stCxn id="36" idx="0"/>
            <a:endCxn id="56" idx="2"/>
          </p:cNvCxnSpPr>
          <p:nvPr/>
        </p:nvCxnSpPr>
        <p:spPr>
          <a:xfrm flipV="1">
            <a:off x="2817090" y="5147871"/>
            <a:ext cx="4320362" cy="49605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658A926E-D35E-5FFC-2C79-3B5EAB993B92}"/>
              </a:ext>
            </a:extLst>
          </p:cNvPr>
          <p:cNvSpPr txBox="1"/>
          <p:nvPr/>
        </p:nvSpPr>
        <p:spPr>
          <a:xfrm>
            <a:off x="6846386" y="865758"/>
            <a:ext cx="3087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Offline SLM Integrated RAG App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471A3DF-EA45-DE3E-4450-52587B6A918A}"/>
              </a:ext>
            </a:extLst>
          </p:cNvPr>
          <p:cNvSpPr/>
          <p:nvPr/>
        </p:nvSpPr>
        <p:spPr>
          <a:xfrm>
            <a:off x="2113004" y="1042616"/>
            <a:ext cx="98854" cy="1461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1128583-6910-695E-3BE1-9A4E446FEA28}"/>
              </a:ext>
            </a:extLst>
          </p:cNvPr>
          <p:cNvSpPr/>
          <p:nvPr/>
        </p:nvSpPr>
        <p:spPr>
          <a:xfrm>
            <a:off x="2291519" y="1042616"/>
            <a:ext cx="98854" cy="1461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6505DC9-C082-B8C9-4633-DB2E0A5C2038}"/>
              </a:ext>
            </a:extLst>
          </p:cNvPr>
          <p:cNvSpPr/>
          <p:nvPr/>
        </p:nvSpPr>
        <p:spPr>
          <a:xfrm>
            <a:off x="2480770" y="1047102"/>
            <a:ext cx="98854" cy="1461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402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39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Haraprasad Senapati</dc:creator>
  <cp:lastModifiedBy>Haraprasad Senapati</cp:lastModifiedBy>
  <cp:revision>7</cp:revision>
  <dcterms:created xsi:type="dcterms:W3CDTF">2026-07-06T10:32:21Z</dcterms:created>
  <dcterms:modified xsi:type="dcterms:W3CDTF">2026-07-06T12:29:10Z</dcterms:modified>
</cp:coreProperties>
</file>